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1️⃣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Crisis in Competitive Exam Tracking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Millions of aspirants struggle with scattered, unpredictable, and buried notifications.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🌪️  Extreme Fragmentation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Major national exams (JEE, NEET, GATE, CAT, UPSC, SSC) operate on separate, clunky government portals.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Crucial updates are hidden inside unindexed PDFs with vague titles like 'Public Notice 14-B'.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Students are forced to refresh 8-12 different sites daily or depend on unofficial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⏳  Missed Deadlines &amp; Career Loss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Over 300,000+ candidates miss critical deadlines annually (correction windows, fee payment, admit card downloads).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Application windows can be as short as 48-72 hours for corrections.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Missing a single deadline means losing 1 entire year of rigorous preparation and career momentum.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⚠️  Misinformation &amp; Anxiety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YouTube 'clickbait' thumbnails and viral WhatsApp rumors trigger panic and false exam date rumors.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No existing platform guarantees zero-hallucination verification from official government servers.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Coaching institutes cannot monitor individual candidate deadlines at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2️⃣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ExamAlert AI — Intelligent Official Exam Guardian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Real-time official website monitoring with guaranteed zero-hallucination AI extraction.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</a:defRPr>
            </a:pPr>
            <a:r>
              <a:t>🛡️  Official Source Sentinel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Continuous 24/7 background scrapers dedicated to NTA, IIT GATE, IIM CAT, UPSC, and SSC official portals.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Strict Source-Link Mandate: Every alert links directly to verified government domains (.gov.in, .ac.in, .nic.in).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Zero hallucination guarantee — never fabricates dates or unannounced schedules.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</a:defRPr>
            </a:pPr>
            <a:r>
              <a:t>⚡  SHA-256 Change Detection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Real-time content-hash engine detects authentic portal updates within seconds of publication.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Eliminates noise, duplicate alerts, and minor cosmetic HTML changes.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Dual AI parser extracts structured deadlines, fees, and category metadata in standardized 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</a:defRPr>
            </a:pPr>
            <a:r>
              <a:t>📱  Multi-Channel &amp; Timeline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Instant Telegram Bot push notifications &amp; responsive HTML email bulletins directly to the student.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Automated countdown urgency reminders (7-day, 3-day, and 1-day warnings).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Interactive Exam Timeline tracking: Registration → Deadline → Correction → Admit Card → Exam →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3️⃣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Who Needs ExamAlert AI?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Serving the 30M+ student examination ecosystem across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🎓  Competitive Exam Aspirants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30M+ candidates appearing annually for engineering, medical, civil service, management, and government jobs.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Need peace of mind to focus 100% on studying without the constant dread of missing notifications.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Value instant mobile alerts (Telegram/Email) with direct links to 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🏫  Coaching Institutes &amp; Mentors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Over 100,000+ coaching centres (Kota, Delhi, Hyderabad, and tier-2/3 hubs).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Need automated tracking for batches of 500-10,000 students without manual monitoring staff.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Helps counselors guide students through application corrections and counselling phases.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👨‍👩‍👧  Parents &amp; Working Aspirants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Working professionals preparing for GATE, CAT, and UPSC who have limited daily personal time.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Concerned parents tracking their children's critical college admission deadlines.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Requires simplified, unambiguous deadline summaries on a single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4️⃣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Architecture &amp; Robust Technical Pipeline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Built with modern fullstack technologies engineered for speed, accuracy, and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084FC"/>
                </a:solidFill>
              </a:defRPr>
            </a:pPr>
            <a:r>
              <a:t>🧠  Data &amp; AI Pipeline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Modular Scrapers: BeautifulSoup4 + HTTPX async fetchers targeting dynamic official notice boards.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Change Detector: SHA-256 hashing on normalized DOM structures prevents false positives.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AI Analysis Engine: Dual architecture pairing LLM reasoning with deterministic regex rule engine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084FC"/>
                </a:solidFill>
              </a:defRPr>
            </a:pPr>
            <a:r>
              <a:t>⚙️  Backend &amp; Automation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FastAPI (Python 3.14): High-performance async RESTful API with auto-generated OpenAPI documentation.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APScheduler: Background task scheduler running continuous health and deadline monitoring.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SQLAlchemy ORM + SQLite/PostgreSQL: Structured schema with User, Exam, Subscription, and Notice entities.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084FC"/>
                </a:solidFill>
              </a:defRPr>
            </a:pPr>
            <a:r>
              <a:t>💻  Frontend &amp; Delivery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React 19 + Vite + Tailwind CSS: Sleek dark-mode interface with Lucide animated iconography.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Multi-Channel Dispatcher: Telegram Bot API + SMTP/Resend HTML email engine.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Hackathon Demo Simulator: Interactive 5-step live pipeline visualization built into the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5️⃣ MARKET &amp; BUSINESS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Massive Market Size &amp; Monetization Strategy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Tapping into India's $4.5B+ test preparation and competitive examination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</a:defRPr>
            </a:pPr>
            <a:r>
              <a:t>📈  Total Addressable Market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TAM: 30M+ candidates sit for national &amp; state competitive entrance exams every year in India.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SAM: 12M+ digitally active students preparing with online platforms, apps, and Telegram groups.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EdTech test-prep market projected to reach $8.5B by 2030.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</a:defRPr>
            </a:pPr>
            <a:r>
              <a:t>💳  B2C Subscription (Freemium)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Free Tier: Core email alerts for up to 2 exams + web timeline dashboard.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Pro Tier (₹49-₹99/month): Unlimited exams, instant Telegram/WhatsApp push alerts, SMS alerts, and AI document checklist.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Affordable pricing with viral peer-to-peer referral loops among students.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</a:defRPr>
            </a:pPr>
            <a:r>
              <a:t>🤝  B2B Institute Licensing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Institutional SaaS Tier (₹10k-₹50k/year per institute) for coaching academies and colleges.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White-labeled student notification portals and bulk broadcast integrations.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Affiliate Partnerships: Verified application preparation materials, test series, and college counselling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6️⃣ SCALABILITY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Scaling from 8 Exams to 500+ Portals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Engineered for horizontal scalability across regional states and international exams.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🌐  Scalable Infrastructure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Decoupled Microservice Architecture: Distributed scraper nodes orchestrated with Celery &amp; Redis queues.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Headless Browser Pool: Playwright/Selenium cluster for JavaScript-heavy state government portals.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Elastic Cloud Containerization: Dockerized microservices ready for AWS ECS / Kubernetes auto-scaling.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🚀  Geographic &amp; Exam Expansion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Phase 1: Top 15 Central &amp; National Exams (JEE, NEET, GATE, CAT, UPSC, SSC, CUET, NDA).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Phase 2: State-level exams (MHT-CET, KCET, WBJEE, UPPSC, TS EAMCET) across 28 states.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Phase 3: International higher education &amp; exams (GRE, GMAT, IELTS, TOEFL, SAT, USMLE).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🔗  Enterprise Partner Ecosystem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Open API for EdTech leaders (PhysicsWallah, Unacademy, Allen) to embed real-time alert widgets into their apps.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State Government &amp; University Notification Feeds integration.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Automated calendar sync (Google Calendar, Apple Calendar, Outlook) for every active deadline.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7️⃣ IF WE HAD MORE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What We Would Build Next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Next-phase features to transform ExamAlert AI into the definitive student companion.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💬  WhatsApp Two-Way AI Bot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WhatsApp Business Cloud API integration: Students can chat directly ('When is JEE correction window?') and receive instant answers.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Send interactive confirmation buttons and admit card PDF links directly in WhatsApp chat.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Eliminates app-install barrier for tier-3 and rural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📄  AI Document &amp; Eligibility Scanner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Computer Vision &amp; OCR engine to verify candidate documents (caste certificates, photos, signatures) against official NTA/UPSC specifications.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Detects resolution, format, and dimension errors before form upload, eliminating 90% of application rejections.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Automated personalized eligibility checker matching age/qualifications to official criteria.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72033"/>
          </a:solidFill>
          <a:ln w="15240">
            <a:solidFill>
              <a:srgbClr val="27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4023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🌍  Multilingual Regional Support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Real-time official notice translation into 10 Indian regional languages (Hindi, Tamil, Telugu, Marathi, Bengali, etc.).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Voice-based query assistant for vernacular students.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</a:defRPr>
            </a:pPr>
            <a:r>
              <a:t>•  Automated post-exam counselling guidance &amp; college cutoff prediction tracker based on official rank 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